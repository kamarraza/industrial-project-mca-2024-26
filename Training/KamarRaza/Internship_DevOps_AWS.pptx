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201168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INTERNSHIP REPORT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Cloud &amp; DevOps Training Society, Bikaner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645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547872"/>
            <a:ext cx="1965960" cy="68580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5844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Name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8221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Kamar Raza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3547872"/>
            <a:ext cx="1965960" cy="68580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97480" y="35844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Roll No.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38221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24CEBMC608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547872"/>
            <a:ext cx="1965960" cy="68580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5844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Duration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38221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Jan – 05 Mar 2026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3547872"/>
            <a:ext cx="1965960" cy="68580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35844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Programme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38221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— 4th Semester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Engineering College of Bikaner  |  Session 2024-25  |  Submitted To: Sanjay Tejaswi (HOD, MCA)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572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6112" y="1188720"/>
            <a:ext cx="3474720" cy="256032"/>
          </a:xfrm>
          <a:prstGeom prst="rect">
            <a:avLst/>
          </a:prstGeom>
          <a:solidFill>
            <a:srgbClr val="1E2A45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Organization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4572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" y="1956816"/>
            <a:ext cx="3474720" cy="256032"/>
          </a:xfrm>
          <a:prstGeom prst="rect">
            <a:avLst/>
          </a:prstGeom>
          <a:solidFill>
            <a:srgbClr val="1E2A45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9568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Internship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4572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2724912"/>
            <a:ext cx="3474720" cy="256032"/>
          </a:xfrm>
          <a:prstGeom prst="rect">
            <a:avLst/>
          </a:prstGeom>
          <a:solidFill>
            <a:srgbClr val="1E2A45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724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DevOps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" y="3493008"/>
            <a:ext cx="3474720" cy="256032"/>
          </a:xfrm>
          <a:prstGeom prst="rect">
            <a:avLst/>
          </a:prstGeom>
          <a:solidFill>
            <a:srgbClr val="1E2A45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493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Computing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4151376"/>
            <a:ext cx="4572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6112" y="4261104"/>
            <a:ext cx="3474720" cy="256032"/>
          </a:xfrm>
          <a:prstGeom prst="rect">
            <a:avLst/>
          </a:prstGeom>
          <a:solidFill>
            <a:srgbClr val="1E2A45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Git &amp; GitHub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1078992"/>
            <a:ext cx="4572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85232" y="1188720"/>
            <a:ext cx="3474720" cy="256032"/>
          </a:xfrm>
          <a:prstGeom prst="rect">
            <a:avLst/>
          </a:prstGeom>
          <a:solidFill>
            <a:srgbClr val="1E2A45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1847088"/>
            <a:ext cx="4572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85232" y="1956816"/>
            <a:ext cx="3474720" cy="256032"/>
          </a:xfrm>
          <a:prstGeom prst="rect">
            <a:avLst/>
          </a:prstGeom>
          <a:solidFill>
            <a:srgbClr val="1E2A45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19568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54880" y="2615184"/>
            <a:ext cx="4572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285232" y="2724912"/>
            <a:ext cx="3474720" cy="256032"/>
          </a:xfrm>
          <a:prstGeom prst="rect">
            <a:avLst/>
          </a:prstGeom>
          <a:solidFill>
            <a:srgbClr val="1E2A45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2724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754880" y="3383280"/>
            <a:ext cx="4572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85232" y="3493008"/>
            <a:ext cx="3474720" cy="256032"/>
          </a:xfrm>
          <a:prstGeom prst="rect">
            <a:avLst/>
          </a:prstGeom>
          <a:solidFill>
            <a:srgbClr val="1E2A45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493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Week-wise Report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54880" y="4151376"/>
            <a:ext cx="4572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285232" y="4261104"/>
            <a:ext cx="3474720" cy="256032"/>
          </a:xfrm>
          <a:prstGeom prst="rect">
            <a:avLst/>
          </a:prstGeom>
          <a:solidFill>
            <a:srgbClr val="1E2A45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&amp; Skills Gained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About the Organization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114800" cy="365760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97280"/>
            <a:ext cx="64008" cy="3657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572768"/>
            <a:ext cx="384048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bridges the gap between theoretical academics and real-world industry requirements.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on DevOps &amp; AWS Cloud provided hands-on experience in: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computing &amp; deployment automation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Linux administration &amp; server management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Docker, Kubernetes &amp; container orchestration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Git, GitHub &amp; version control workflows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pipeline automation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improved technical skills, problem-solving, teamwork and industry readiness.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4251960" cy="3657600"/>
          </a:xfrm>
          <a:prstGeom prst="rect">
            <a:avLst/>
          </a:prstGeom>
          <a:solidFill>
            <a:srgbClr val="1E2A45"/>
          </a:solidFill>
          <a:ln w="1016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097280"/>
            <a:ext cx="64008" cy="3657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572768"/>
            <a:ext cx="3858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Cloud &amp; DevOps Training Society, Bikaner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2029968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training organization providing industrial training in cloud computing, DevOps, Linux administration, and software development with practical, project-based learning.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880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Technologies Covered: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218688"/>
            <a:ext cx="1783080" cy="320040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21868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Linux Administration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93408" y="3218688"/>
            <a:ext cx="1783080" cy="320040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321868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Docker &amp; Kubernetes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630168"/>
            <a:ext cx="1783080" cy="320040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6301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AWS Cloud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93408" y="3630168"/>
            <a:ext cx="1783080" cy="320040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36301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GitHub &amp; Git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4041648"/>
            <a:ext cx="1783080" cy="320040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40416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Jenkins &amp; CI/CD Tools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93408" y="4041648"/>
            <a:ext cx="1783080" cy="320040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40416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Monitoring Tools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Internship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206240" cy="749808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" y="1225296"/>
            <a:ext cx="475488" cy="475488"/>
          </a:xfrm>
          <a:prstGeom prst="ellipse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225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1225296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DevOps culture, workflow and practices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206240" cy="749808"/>
          </a:xfrm>
          <a:prstGeom prst="rect">
            <a:avLst/>
          </a:prstGeom>
          <a:solidFill>
            <a:srgbClr val="1E2A45"/>
          </a:solidFill>
          <a:ln w="1016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1225296"/>
            <a:ext cx="475488" cy="475488"/>
          </a:xfrm>
          <a:prstGeom prst="ellipse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225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2392" y="1225296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AWS Cloud infrastructure and deployment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28600" y="2029968"/>
            <a:ext cx="4206240" cy="749808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" y="2157984"/>
            <a:ext cx="475488" cy="475488"/>
          </a:xfrm>
          <a:prstGeom prst="ellipse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2157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1832" y="215798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knowledge of Linux server administration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2029968"/>
            <a:ext cx="4206240" cy="749808"/>
          </a:xfrm>
          <a:prstGeom prst="rect">
            <a:avLst/>
          </a:prstGeom>
          <a:solidFill>
            <a:srgbClr val="1E2A45"/>
          </a:solidFill>
          <a:ln w="1016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157984"/>
            <a:ext cx="475488" cy="475488"/>
          </a:xfrm>
          <a:prstGeom prst="ellipse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157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2392" y="215798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Docker containerization concepts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28600" y="2962656"/>
            <a:ext cx="4206240" cy="749808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" y="3090672"/>
            <a:ext cx="475488" cy="475488"/>
          </a:xfrm>
          <a:prstGeom prst="ellipse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1832" y="3090672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Kubernetes orchestration for containers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09160" y="2962656"/>
            <a:ext cx="4206240" cy="749808"/>
          </a:xfrm>
          <a:prstGeom prst="rect">
            <a:avLst/>
          </a:prstGeom>
          <a:solidFill>
            <a:srgbClr val="1E2A45"/>
          </a:solidFill>
          <a:ln w="1016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18888" y="3090672"/>
            <a:ext cx="475488" cy="475488"/>
          </a:xfrm>
          <a:prstGeom prst="ellipse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22392" y="3090672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CI/CD automation workflows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28600" y="3895344"/>
            <a:ext cx="4206240" cy="749808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8328" y="4023360"/>
            <a:ext cx="475488" cy="475488"/>
          </a:xfrm>
          <a:prstGeom prst="ellipse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41832" y="4023360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troubleshooting and problem-solving skills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709160" y="3895344"/>
            <a:ext cx="4206240" cy="749808"/>
          </a:xfrm>
          <a:prstGeom prst="rect">
            <a:avLst/>
          </a:prstGeom>
          <a:solidFill>
            <a:srgbClr val="1E2A45"/>
          </a:solidFill>
          <a:ln w="1016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18888" y="4023360"/>
            <a:ext cx="475488" cy="475488"/>
          </a:xfrm>
          <a:prstGeom prst="ellipse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22392" y="4023360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communication and teamwork skills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DevOps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DevOps = Development + Operations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59152" y="1545336"/>
            <a:ext cx="950976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59152" y="1545336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5767" y="2044543"/>
            <a:ext cx="950976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5767" y="2044543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Develop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1789" y="3166252"/>
            <a:ext cx="950976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1789" y="3166252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34430" y="4065793"/>
            <a:ext cx="950976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34430" y="4065793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874" y="4065793"/>
            <a:ext cx="950976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83874" y="4065793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66515" y="3166252"/>
            <a:ext cx="950976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66515" y="3166252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22537" y="2044543"/>
            <a:ext cx="950976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22537" y="2044543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Feedback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2468880"/>
            <a:ext cx="1371600" cy="1280160"/>
          </a:xfrm>
          <a:prstGeom prst="ellipse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246888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DevOps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Lifecycle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1005840"/>
            <a:ext cx="3154680" cy="4041648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1005840"/>
            <a:ext cx="64008" cy="40416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107899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Key Components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61888" y="14173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Continuous Integration (CI)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61888" y="174650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Continuous Delivery (CD)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61888" y="207568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Infrastructure as Code (IaC)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61888" y="24048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Monitoring &amp; Logging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961888" y="273405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Automation &amp; Collaboration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61888" y="31272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</a:rPr>
              <a:t>Advantages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61888" y="34747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Faster deployments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61888" y="37490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Reduced failures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61888" y="40233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Better collaboration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61888" y="42976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Continuous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Computing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Amazon Web Services — Leading cloud platform for computing, storage, networking &amp; deployment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508760"/>
            <a:ext cx="1572768" cy="320040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508760"/>
            <a:ext cx="15727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664208"/>
            <a:ext cx="731520" cy="7315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" y="248716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EC2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" y="285292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5D4"/>
                </a:solidFill>
              </a:rPr>
              <a:t>Elastic Compute Cloud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24612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Virtual server hosting and scaling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47672" y="1508760"/>
            <a:ext cx="1572768" cy="320040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47672" y="1508760"/>
            <a:ext cx="15727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68296" y="1664208"/>
            <a:ext cx="731520" cy="7315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68296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47672" y="248716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S3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47672" y="285292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5D4"/>
                </a:solidFill>
              </a:rPr>
              <a:t>Simple Storage Service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39112" y="324612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Scalable cloud object 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66744" y="1508760"/>
            <a:ext cx="1572768" cy="320040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66744" y="1508760"/>
            <a:ext cx="15727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87368" y="1664208"/>
            <a:ext cx="731520" cy="7315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87368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66744" y="248716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IAM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66744" y="285292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5D4"/>
                </a:solidFill>
              </a:rPr>
              <a:t>Identity &amp; Access Mgmt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58184" y="324612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User and permission management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85816" y="1508760"/>
            <a:ext cx="1572768" cy="320040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85816" y="1508760"/>
            <a:ext cx="15727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6440" y="1664208"/>
            <a:ext cx="731520" cy="7315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85816" y="248716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VPC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85816" y="285292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5D4"/>
                </a:solidFill>
              </a:rPr>
              <a:t>Virtual Private Cloud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77256" y="324612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Cloud networking and isolation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04888" y="1508760"/>
            <a:ext cx="1572768" cy="320040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04888" y="1508760"/>
            <a:ext cx="15727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25512" y="1664208"/>
            <a:ext cx="731520" cy="7315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25512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104888" y="248716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CloudWatch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04888" y="285292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5D4"/>
                </a:solidFill>
              </a:rPr>
              <a:t>Monitoring Service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96328" y="3246120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Performance monitoring &amp; logging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0F346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617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✦  High Scalability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011680" y="4617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✦  Pay-as-you-use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749040" y="4617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✦  Global Infrastructure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86400" y="4617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✦  High Availability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223760" y="4617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✦  Data Security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Administration  &amp;  Git &amp; GitHub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4114800" cy="374904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78992"/>
            <a:ext cx="64008" cy="3749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52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🐧  Linux Administration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OS widely used in cloud servers. Provides stability, security and flexibility.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5D4"/>
                </a:solidFill>
              </a:rPr>
              <a:t>Key Commands: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359152"/>
            <a:ext cx="1188720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59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 pwd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64208" y="23957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List &amp; current dir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770632"/>
            <a:ext cx="1188720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706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/ rm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64208" y="28072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Create / remove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182112"/>
            <a:ext cx="1188720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821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64208" y="32186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File permissions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593592"/>
            <a:ext cx="1188720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935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/ top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64208" y="36301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Search / monitor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005072"/>
            <a:ext cx="1188720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050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/ ping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64208" y="40416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Processes / network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1078992"/>
            <a:ext cx="4251960" cy="3749040"/>
          </a:xfrm>
          <a:prstGeom prst="rect">
            <a:avLst/>
          </a:prstGeom>
          <a:solidFill>
            <a:srgbClr val="1E2A45"/>
          </a:solidFill>
          <a:ln w="1016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1078992"/>
            <a:ext cx="64008" cy="37490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152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🌿  Git &amp; GitHub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00600" y="1554480"/>
            <a:ext cx="3913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version control (Git) + cloud repository hosting &amp; collaboration (GitHub).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029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5D4"/>
                </a:solidFill>
              </a:rPr>
              <a:t>Commands Practiced: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00600" y="2359152"/>
            <a:ext cx="1755648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E945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35915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0840" y="2359152"/>
            <a:ext cx="1755648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235915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2798064"/>
            <a:ext cx="1755648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E945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79806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2798064"/>
            <a:ext cx="1755648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E945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279806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3236976"/>
            <a:ext cx="1755648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E94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23697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20840" y="3236976"/>
            <a:ext cx="1755648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E945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323697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3675888"/>
            <a:ext cx="1755648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E945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6758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20840" y="3675888"/>
            <a:ext cx="1755648" cy="329184"/>
          </a:xfrm>
          <a:prstGeom prst="rect">
            <a:avLst/>
          </a:prstGeom>
          <a:solidFill>
            <a:srgbClr val="0F3460"/>
          </a:solidFill>
          <a:ln w="7620">
            <a:solidFill>
              <a:srgbClr val="E945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36758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00600" y="4187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5D4"/>
                </a:solidFill>
              </a:rPr>
              <a:t>GitHub Benefits: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00600" y="4498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▸  Code collaboration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720840" y="4498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▸  Version management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00600" y="4498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▸  Backup &amp; recovery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720840" y="4498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▸  Team development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4114800" cy="374904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78992"/>
            <a:ext cx="64008" cy="3749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52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</a:rPr>
              <a:t>🐳  Docker &amp; Containerization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applications + dependencies into portable containers for consistent deployment across all environments.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5D4"/>
                </a:solidFill>
              </a:rPr>
              <a:t>Topics Covered: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423160"/>
            <a:ext cx="1883664" cy="347472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231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Images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2423160"/>
            <a:ext cx="1883664" cy="347472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24231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Containers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880360"/>
            <a:ext cx="1883664" cy="347472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803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Dockerfile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2880360"/>
            <a:ext cx="1883664" cy="347472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8803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Compose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337560"/>
            <a:ext cx="1883664" cy="347472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375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Volume Management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23160" y="3337560"/>
            <a:ext cx="1883664" cy="347472"/>
          </a:xfrm>
          <a:prstGeom prst="rect">
            <a:avLst/>
          </a:prstGeom>
          <a:solidFill>
            <a:srgbClr val="0F346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3375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Container Networking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886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5D4"/>
                </a:solidFill>
              </a:rPr>
              <a:t>Advantages: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✔  Lightweight virtualization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04872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✔  Faster deployment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✔  Easy portability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04872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✔  Efficient resource use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1078992"/>
            <a:ext cx="4251960" cy="3749040"/>
          </a:xfrm>
          <a:prstGeom prst="rect">
            <a:avLst/>
          </a:prstGeom>
          <a:solidFill>
            <a:srgbClr val="1E2A45"/>
          </a:solidFill>
          <a:ln w="10160">
            <a:solidFill>
              <a:srgbClr val="00F5D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078992"/>
            <a:ext cx="64008" cy="3749040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152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</a:rPr>
              <a:t>⚙️  Kubernetes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800600" y="1536192"/>
            <a:ext cx="3913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platform — automates deployment, scaling and management of containers at scale.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5D4"/>
                </a:solidFill>
              </a:rPr>
              <a:t>Concepts Covered: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00600" y="2423160"/>
            <a:ext cx="1883664" cy="347472"/>
          </a:xfrm>
          <a:prstGeom prst="rect">
            <a:avLst/>
          </a:prstGeom>
          <a:solidFill>
            <a:srgbClr val="0F3460"/>
          </a:solidFill>
          <a:ln w="7620">
            <a:solidFill>
              <a:srgbClr val="00F5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4231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12280" y="2423160"/>
            <a:ext cx="1883664" cy="347472"/>
          </a:xfrm>
          <a:prstGeom prst="rect">
            <a:avLst/>
          </a:prstGeom>
          <a:solidFill>
            <a:srgbClr val="0F3460"/>
          </a:solidFill>
          <a:ln w="7620">
            <a:solidFill>
              <a:srgbClr val="00F5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24231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Deployments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2880360"/>
            <a:ext cx="1883664" cy="347472"/>
          </a:xfrm>
          <a:prstGeom prst="rect">
            <a:avLst/>
          </a:prstGeom>
          <a:solidFill>
            <a:srgbClr val="0F3460"/>
          </a:solidFill>
          <a:ln w="7620">
            <a:solidFill>
              <a:srgbClr val="00F5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8803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Services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12280" y="2880360"/>
            <a:ext cx="1883664" cy="347472"/>
          </a:xfrm>
          <a:prstGeom prst="rect">
            <a:avLst/>
          </a:prstGeom>
          <a:solidFill>
            <a:srgbClr val="0F3460"/>
          </a:solidFill>
          <a:ln w="7620">
            <a:solidFill>
              <a:srgbClr val="00F5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28803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Replica Sets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3337560"/>
            <a:ext cx="1883664" cy="347472"/>
          </a:xfrm>
          <a:prstGeom prst="rect">
            <a:avLst/>
          </a:prstGeom>
          <a:solidFill>
            <a:srgbClr val="0F3460"/>
          </a:solidFill>
          <a:ln w="7620">
            <a:solidFill>
              <a:srgbClr val="00F5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3375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Scaling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12280" y="3337560"/>
            <a:ext cx="1883664" cy="347472"/>
          </a:xfrm>
          <a:prstGeom prst="rect">
            <a:avLst/>
          </a:prstGeom>
          <a:solidFill>
            <a:srgbClr val="0F3460"/>
          </a:solidFill>
          <a:ln w="7620">
            <a:solidFill>
              <a:srgbClr val="00F5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333756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Cluster Architecture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00600" y="3886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5D4"/>
                </a:solidFill>
              </a:rPr>
              <a:t>Benefits: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00600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✔  Automatic scaling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812280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✔  High availability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00600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✔  Self-healing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12280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✔  Load balancing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&amp; Monitoring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CI/CD = Continuous Integration + Continuous Delivery  —  Automates build, test &amp; deployment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1481328" cy="1417320"/>
          </a:xfrm>
          <a:prstGeom prst="rect">
            <a:avLst/>
          </a:prstGeom>
          <a:solidFill>
            <a:srgbClr val="1E2A45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1572768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47088" y="2075688"/>
            <a:ext cx="18288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7088" y="20299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39112" y="1444752"/>
            <a:ext cx="1481328" cy="1417320"/>
          </a:xfrm>
          <a:prstGeom prst="rect">
            <a:avLst/>
          </a:prstGeom>
          <a:solidFill>
            <a:srgbClr val="1E2A45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68296" y="1572768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68296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39112" y="246888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2075688"/>
            <a:ext cx="18288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0299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58184" y="1444752"/>
            <a:ext cx="1481328" cy="1417320"/>
          </a:xfrm>
          <a:prstGeom prst="rect">
            <a:avLst/>
          </a:prstGeom>
          <a:solidFill>
            <a:srgbClr val="1E2A45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87368" y="1572768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87368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58184" y="246888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85232" y="2075688"/>
            <a:ext cx="18288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20299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77256" y="1444752"/>
            <a:ext cx="1481328" cy="1417320"/>
          </a:xfrm>
          <a:prstGeom prst="rect">
            <a:avLst/>
          </a:prstGeom>
          <a:solidFill>
            <a:srgbClr val="1E2A45"/>
          </a:solidFill>
          <a:ln w="1524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06440" y="1572768"/>
            <a:ext cx="822960" cy="8229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77256" y="246888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04304" y="2075688"/>
            <a:ext cx="18288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4304" y="20299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96328" y="1444752"/>
            <a:ext cx="1481328" cy="1417320"/>
          </a:xfrm>
          <a:prstGeom prst="rect">
            <a:avLst/>
          </a:prstGeom>
          <a:solidFill>
            <a:srgbClr val="1E2A45"/>
          </a:solidFill>
          <a:ln w="15240">
            <a:solidFill>
              <a:srgbClr val="00F5D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25512" y="1572768"/>
            <a:ext cx="822960" cy="822960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25512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96328" y="246888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2999232"/>
            <a:ext cx="4114800" cy="178308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2999232"/>
            <a:ext cx="64008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0723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Advantages of CI/CD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1480" y="3419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Faster software delivery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1480" y="36941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Reduced deployment errors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11480" y="3968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Automated testing workflow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11480" y="4242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Improved software quality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11480" y="45171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Better team collaboration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617720" y="2999232"/>
            <a:ext cx="4251960" cy="1783080"/>
          </a:xfrm>
          <a:prstGeom prst="rect">
            <a:avLst/>
          </a:prstGeom>
          <a:solidFill>
            <a:srgbClr val="1E2A45"/>
          </a:solidFill>
          <a:ln w="1016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17720" y="2999232"/>
            <a:ext cx="64008" cy="1783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0723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Monitoring &amp; Logging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00600" y="341985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CPU &amp; memory usage tracking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800600" y="369417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Server performance monitoring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800600" y="396849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Application log viewing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800600" y="424281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Faster issue detection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800600" y="451713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Improved system visibility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Week-wise Internship Report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Duration: 19 January 2026  to  05 March 2026  (6 Weeks)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353312"/>
            <a:ext cx="4206240" cy="105156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353312"/>
            <a:ext cx="91440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5179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42646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Linux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755648"/>
            <a:ext cx="310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installation, file system, basic commands, networking, permissions, server admin concepts.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90872" y="1353312"/>
            <a:ext cx="4206240" cy="1051560"/>
          </a:xfrm>
          <a:prstGeom prst="rect">
            <a:avLst/>
          </a:prstGeom>
          <a:solidFill>
            <a:srgbClr val="1E2A45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353312"/>
            <a:ext cx="914400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5179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96712" y="142646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96712" y="1755648"/>
            <a:ext cx="310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creation, version control, branch management, pushing code to GitHub.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560320"/>
            <a:ext cx="4206240" cy="1051560"/>
          </a:xfrm>
          <a:prstGeom prst="rect">
            <a:avLst/>
          </a:prstGeom>
          <a:solidFill>
            <a:srgbClr val="1E2A45"/>
          </a:solidFill>
          <a:ln w="1016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560320"/>
            <a:ext cx="914400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7249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263347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Containers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2962656"/>
            <a:ext cx="310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installation, image creation, Dockerfile, Docker Compose, container networking.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90872" y="2560320"/>
            <a:ext cx="4206240" cy="1051560"/>
          </a:xfrm>
          <a:prstGeom prst="rect">
            <a:avLst/>
          </a:prstGeom>
          <a:solidFill>
            <a:srgbClr val="1E2A45"/>
          </a:solidFill>
          <a:ln w="1016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2560320"/>
            <a:ext cx="914400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27249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96712" y="263347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96712" y="2962656"/>
            <a:ext cx="310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Pods, deployments, replica sets, services, deploying apps on Kubernetes clusters.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3767328"/>
            <a:ext cx="4206240" cy="1051560"/>
          </a:xfrm>
          <a:prstGeom prst="rect">
            <a:avLst/>
          </a:prstGeom>
          <a:solidFill>
            <a:srgbClr val="1E2A45"/>
          </a:solidFill>
          <a:ln w="10160">
            <a:solidFill>
              <a:srgbClr val="00F5D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767328"/>
            <a:ext cx="914400" cy="1051560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931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4440" y="384048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Services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34440" y="4169664"/>
            <a:ext cx="310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instances, IAM users, S3 buckets, VPC networking, security groups, cloud deployment.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90872" y="3767328"/>
            <a:ext cx="4206240" cy="1051560"/>
          </a:xfrm>
          <a:prstGeom prst="rect">
            <a:avLst/>
          </a:prstGeom>
          <a:solidFill>
            <a:srgbClr val="1E2A45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90872" y="3767328"/>
            <a:ext cx="91440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3931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96712" y="384048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Final Project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96712" y="4169664"/>
            <a:ext cx="310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pipelines, automation, monitoring, troubleshooting, final project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Cloud-based Web Application Deployment using Docker on AWS EC2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7498080" cy="457200"/>
          </a:xfrm>
          <a:prstGeom prst="rect">
            <a:avLst/>
          </a:prstGeom>
          <a:solidFill>
            <a:srgbClr val="1E2A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54533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1563624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AWS EC2 Instance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32688" y="1965960"/>
            <a:ext cx="54864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075688"/>
            <a:ext cx="7498080" cy="457200"/>
          </a:xfrm>
          <a:prstGeom prst="rect">
            <a:avLst/>
          </a:prstGeom>
          <a:solidFill>
            <a:srgbClr val="1E2A45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112264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98448" y="213055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 &amp; Dependencies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2688" y="2532888"/>
            <a:ext cx="54864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642616"/>
            <a:ext cx="7498080" cy="457200"/>
          </a:xfrm>
          <a:prstGeom prst="rect">
            <a:avLst/>
          </a:prstGeom>
          <a:solidFill>
            <a:srgbClr val="1E2A45"/>
          </a:solidFill>
          <a:ln w="1016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267919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269748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 from GitHub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32688" y="3099816"/>
            <a:ext cx="54864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209544"/>
            <a:ext cx="7498080" cy="457200"/>
          </a:xfrm>
          <a:prstGeom prst="rect">
            <a:avLst/>
          </a:prstGeom>
          <a:solidFill>
            <a:srgbClr val="1E2A45"/>
          </a:solidFill>
          <a:ln w="1016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3246120"/>
            <a:ext cx="384048" cy="38404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3264408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Docker Image (Dockerfile)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32688" y="3666744"/>
            <a:ext cx="54864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776472"/>
            <a:ext cx="7498080" cy="457200"/>
          </a:xfrm>
          <a:prstGeom prst="rect">
            <a:avLst/>
          </a:prstGeom>
          <a:solidFill>
            <a:srgbClr val="1E2A45"/>
          </a:solidFill>
          <a:ln w="10160">
            <a:solidFill>
              <a:srgbClr val="00F5D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3813048"/>
            <a:ext cx="384048" cy="384048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98448" y="3831336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Containers via Docker Compose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32688" y="4233672"/>
            <a:ext cx="54864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4343400"/>
            <a:ext cx="7498080" cy="457200"/>
          </a:xfrm>
          <a:prstGeom prst="rect">
            <a:avLst/>
          </a:prstGeom>
          <a:solidFill>
            <a:srgbClr val="1E2A45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7240" y="437997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98448" y="4398264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Logs &amp; Test Deployment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This project provided practical understanding of end-to-end DevOps workflow and cloud deployment strategies.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 &amp; 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20116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Skills Gained: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115568" cy="877824"/>
          </a:xfrm>
          <a:prstGeom prst="rect">
            <a:avLst/>
          </a:prstGeom>
          <a:solidFill>
            <a:srgbClr val="1E2A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81912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2082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Linux Admin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91640" y="1508760"/>
            <a:ext cx="1115568" cy="877824"/>
          </a:xfrm>
          <a:prstGeom prst="rect">
            <a:avLst/>
          </a:prstGeom>
          <a:solidFill>
            <a:srgbClr val="1E2A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1581912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202082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AWS Cloud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0" y="1508760"/>
            <a:ext cx="1115568" cy="877824"/>
          </a:xfrm>
          <a:prstGeom prst="rect">
            <a:avLst/>
          </a:prstGeom>
          <a:solidFill>
            <a:srgbClr val="1E2A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1581912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26080" y="202082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Docker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60520" y="1508760"/>
            <a:ext cx="1115568" cy="877824"/>
          </a:xfrm>
          <a:prstGeom prst="rect">
            <a:avLst/>
          </a:prstGeom>
          <a:solidFill>
            <a:srgbClr val="1E2A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1581912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60520" y="202082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Kubernetes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532888"/>
            <a:ext cx="1115568" cy="877824"/>
          </a:xfrm>
          <a:prstGeom prst="rect">
            <a:avLst/>
          </a:prstGeom>
          <a:solidFill>
            <a:srgbClr val="1E2A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606040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3044952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Git &amp; GitHub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91640" y="2532888"/>
            <a:ext cx="1115568" cy="877824"/>
          </a:xfrm>
          <a:prstGeom prst="rect">
            <a:avLst/>
          </a:prstGeom>
          <a:solidFill>
            <a:srgbClr val="1E2A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91640" y="2606040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91640" y="3044952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CI/CD Automation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26080" y="2532888"/>
            <a:ext cx="1115568" cy="877824"/>
          </a:xfrm>
          <a:prstGeom prst="rect">
            <a:avLst/>
          </a:prstGeom>
          <a:solidFill>
            <a:srgbClr val="1E2A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26080" y="2606040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926080" y="3044952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Monitoring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60520" y="2532888"/>
            <a:ext cx="1115568" cy="877824"/>
          </a:xfrm>
          <a:prstGeom prst="rect">
            <a:avLst/>
          </a:prstGeom>
          <a:solidFill>
            <a:srgbClr val="1E2A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60520" y="2606040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160520" y="3044952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Troubleshooting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0" y="1143000"/>
            <a:ext cx="3246120" cy="2468880"/>
          </a:xfrm>
          <a:prstGeom prst="rect">
            <a:avLst/>
          </a:prstGeom>
          <a:solidFill>
            <a:srgbClr val="1E2A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852160" y="12161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52160" y="160020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on DevOps &amp; AWS Cloud provided valuable industrial exposure. Practical implementation of Linux, Docker, Kubernetes, AWS, GitHub and CI/CD improved technical skills and industry readiness.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will be beneficial for future academic projects and professional career growth.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0" y="3767328"/>
            <a:ext cx="324612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69280" y="379476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Thank You!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669280" y="43891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13E"/>
                </a:solidFill>
              </a:rPr>
              <a:t>Kamar Raza  |  24CEBMC608  |  MCA 4th Semester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0" y="4681728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3E"/>
                </a:solidFill>
              </a:rPr>
              <a:t>Engineering College of Bikaner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Internship Report — DevOps &amp; AWS Cloud  |  Session 2024-25  |  Engineering College of Bikaner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&amp; AWS Cloud Internship</dc:title>
  <dc:subject>PptxGenJS Presentation</dc:subject>
  <dc:creator>Kamar Raza</dc:creator>
  <cp:lastModifiedBy>Kamar Raza</cp:lastModifiedBy>
  <cp:revision>1</cp:revision>
  <dcterms:created xsi:type="dcterms:W3CDTF">2026-05-15T17:53:38Z</dcterms:created>
  <dcterms:modified xsi:type="dcterms:W3CDTF">2026-05-15T17:53:38Z</dcterms:modified>
</cp:coreProperties>
</file>